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322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194560" cy="21945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P054  |  TEAM T156  |  DEPT. CSE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Blob Versioning &amp;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Point-in-Time Restore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data-protection and recovery project built on Microsoft Azure Blob Storage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7315200" cy="18288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Hansika — 2400033291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C.L. Madhuri — 2400033322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Bhavya Sri — 2400030307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Pujith Kalyan — 2400030513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data protection project built on Microsoft Azure Blob Storage.</a:t>
            </a:r>
            <a:endParaRPr lang="en-US" sz="15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cloud data against accidental overwriting, modification, and deletion by retaining previous blob versions.</a:t>
            </a:r>
            <a:endParaRPr lang="en-US" sz="15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with a Storage Account containing a private blob container and a travel-data text file.</a:t>
            </a:r>
            <a:endParaRPr lang="en-US" sz="15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 keeps previous file versions; Blob Soft Delete and Container Soft Delete protect against deletion.</a:t>
            </a:r>
            <a:endParaRPr lang="en-US" sz="15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Feed records blob activity; Point-in-Time Restore is configured with a 30-day recovery window.</a:t>
            </a:r>
            <a:endParaRPr lang="en-US" sz="15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 controls older blob versions and storage cost.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96912" y="1993392"/>
            <a:ext cx="44256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7" name="Image 0" descr="/home/claude/docx_media/word/media/imag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06640" y="2103120"/>
            <a:ext cx="4206240" cy="17922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96912" y="4041648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Account overview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06640" y="434340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79792" y="45262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479792" y="50749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history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87968" y="434340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0" y="45262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50749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31-day undo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369296" y="434340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42448" y="45262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442448" y="50749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9842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blob data from accidental overwriting and modification.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971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previous versions of blob data using Blob Versioning.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9593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deleted blobs with Blob Soft Delete.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974336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94690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deleted containers with Container Soft Delete.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19842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blob changes using Change Feed.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09360" y="299923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2971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Point-in-Time Restore with a 30-day window.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09360" y="3986784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39593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older blob versions via Lifecycle Management.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309360" y="4974336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494690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 overwrite and recover the original data.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APPROACH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92024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the cloud can be accidentally modified, overwritten, or deleted.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previous versions are not maintained, the original information can be difficult to recover.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protection mechanism is required to retain historical versions and provide recovery options.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517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&amp; Container Soft Delete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Restore (30-day window)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demonstrated using Blob Versioning to restore the original data after an accidental overwrite.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SERVICES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Services &amp; Features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627632" y="1810512"/>
            <a:ext cx="8906256" cy="4242816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37360" y="1920240"/>
            <a:ext cx="8686800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ARCHITECTURE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24912" y="1856232"/>
            <a:ext cx="6711696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34640" y="1965960"/>
            <a:ext cx="6492240" cy="3319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24912" y="5431536"/>
            <a:ext cx="6711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Azure Blob Versioning and Point-in-Time Restore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2194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rg-blob-restore-project organizes the project.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blobrestoreproject2026 holds the project-data container and travel-data.txt blob.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Soft Delete &amp; Change Feed protect the blob at storage level; Lifecycle Management controls old versions.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WORKFLOW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Recovery 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25112" y="1673352"/>
            <a:ext cx="2825496" cy="4224528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5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4840" y="1783080"/>
            <a:ext cx="2606040" cy="40050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325112" y="5934456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 &amp; data recovery workflow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1965960"/>
            <a:ext cx="4297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travel data is uploaded to Azure Blob Storage.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 automatically retains the previous version whenever the blob is modified.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accidental overwrite is simulated — since the previous version is retained, the original remains available.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version is selected and made current, then verified as successfully recovered.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SETUP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Group &amp; Storage Account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8912" y="2176272"/>
            <a:ext cx="5568696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286000"/>
            <a:ext cx="5349240" cy="2834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38912" y="526694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Group: rg-blob-restore-project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99632" y="2176272"/>
            <a:ext cx="5568696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9" name="Image 1" descr="/home/claude/docx_media/word/media/image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286000"/>
            <a:ext cx="5349240" cy="2834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26694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Account: blobrestoreproject2026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Group: rg-blob-restore-project  |  Region: East Asia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blobrestoreproject2026  |  Standard, LRS, HNS disabled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SETUP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 Container &amp; File Upload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8912" y="2176272"/>
            <a:ext cx="5568696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286000"/>
            <a:ext cx="5349240" cy="2834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38912" y="526694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container: project-data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99632" y="2176272"/>
            <a:ext cx="5568696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9" name="Image 1" descr="/home/claude/docx_media/word/media/image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286000"/>
            <a:ext cx="5349240" cy="2834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26694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travel-data.txt stored in the container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blob container 'project-data' organizes the stored data.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travel-data.txt uploaded to demonstrate versioning &amp; recovery.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CONFIGURATION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Data Protection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8912" y="1993392"/>
            <a:ext cx="5568696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03120"/>
            <a:ext cx="5349240" cy="2779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38912" y="5029200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 enabled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99632" y="1993392"/>
            <a:ext cx="5568696" cy="1911096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9" name="Image 1" descr="/home/claude/docx_media/word/media/image1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103120"/>
            <a:ext cx="5349240" cy="1691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394106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Soft Delete — 31-day retention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99632" y="4507992"/>
            <a:ext cx="556869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12" name="Image 2" descr="/home/claude/docx_media/word/media/image1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4617720"/>
            <a:ext cx="5349240" cy="6766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99632" y="5440680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Feed enabled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CONFIGURATION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Point-in-Time Restore &amp; Lifecycle Management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51572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103120"/>
            <a:ext cx="493776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3255264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Restore — 30-day recovery window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" y="3685032"/>
            <a:ext cx="515721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9" name="Image 1" descr="/home/claude/docx_media/word/media/image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" y="3794760"/>
            <a:ext cx="493776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" y="4398264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Soft Delete — 31-day retention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99632" y="1993392"/>
            <a:ext cx="5568696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12" name="Image 2" descr="/home/claude/docx_media/word/media/imag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2103120"/>
            <a:ext cx="5349240" cy="19659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99632" y="421538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 rule: manage-old-versions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5257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Restore configured with a 30-day window; hands-on recovery is demonstrated via Blob Versioning.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 rule controls older blob versions and unnecessary storage cost.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TESTING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 Versioning Test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25312" y="1673352"/>
            <a:ext cx="5614416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783080"/>
            <a:ext cx="5394960" cy="28712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25312" y="4800600"/>
            <a:ext cx="5614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versions of travel-data.txt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travel-data.txt was modified to generate multiple blob versions.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version — Version: 1, Status: Original, Recovery Test: Initial Data.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version — Version: 2, Status: Updated, Recovery Test: First Modification.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of multiple versions confirmed Blob Versioning was working correctly.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RECOVERY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Accidental Overwrite &amp; Data Recovery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8912" y="1993392"/>
            <a:ext cx="5568696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6" name="Image 0" descr="/home/claude/docx_media/word/media/image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03120"/>
            <a:ext cx="534924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38912" y="362102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accidental blob overwrite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" y="4187952"/>
            <a:ext cx="5568696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6B7B8C">
                <a:alpha val="25000"/>
              </a:srgbClr>
            </a:outerShdw>
          </a:effectLst>
        </p:spPr>
      </p:sp>
      <p:pic>
        <p:nvPicPr>
          <p:cNvPr id="9" name="Image 1" descr="/home/claude/docx_media/word/media/image1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4297680"/>
            <a:ext cx="5349240" cy="1371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8912" y="581558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original version to recover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2194560"/>
            <a:ext cx="5349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blob content was changed to simulate corrupted / overwritten data (Version: 4, Status: ACCIDENTALLY OVERWRITTEN).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previously stored original version was located among the retained blob versions.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selected and set as the current version using 'Make current version'.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data was verified as successfully restored.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RESULT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Result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766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Account, Blob Container, and travel-data.txt were successfully created.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 was enabled; multiple versions were generated during testing.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Soft Delete &amp; Container Soft Delete were configured for deletion protection.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Feed was enabled to record blob activity.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Restore was configured with a 30-day recovery window.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 was configured to manage older blob versions.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accidental overwrite was simulated and the original data recovered successfully.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80960" y="192024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133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2377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0B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Recovery Window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3840480"/>
            <a:ext cx="3017520" cy="13716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0" y="40690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verified: the original data was successfully restored after an accidental overwrite.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365760"/>
            <a:ext cx="1463040" cy="14630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Versioning &amp; Point-in-Time Restore  ·  Team T156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953</Words>
  <Application>Microsoft Office PowerPoint</Application>
  <PresentationFormat>Widescreen</PresentationFormat>
  <Paragraphs>163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KONDAMUDI HANSIKA</cp:lastModifiedBy>
  <cp:revision>2</cp:revision>
  <dcterms:created xsi:type="dcterms:W3CDTF">2026-09-26T12:58:04Z</dcterms:created>
  <dcterms:modified xsi:type="dcterms:W3CDTF">2026-09-26T13:04:12Z</dcterms:modified>
</cp:coreProperties>
</file>